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A5AC7B-E5DE-46F7-BB55-C4CD1176833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10AC27-32BA-40D8-9B83-0820F06DF63C}">
      <dgm:prSet phldrT="[Text]"/>
      <dgm:spPr/>
      <dgm:t>
        <a:bodyPr/>
        <a:lstStyle/>
        <a:p>
          <a:r>
            <a:rPr lang="en-US" dirty="0"/>
            <a:t>This</a:t>
          </a:r>
        </a:p>
      </dgm:t>
    </dgm:pt>
    <dgm:pt modelId="{12F0D73A-4BDB-432A-9EF0-E0E7F6A4A7D3}" type="parTrans" cxnId="{371AB347-5BF7-4DE8-8345-460CB0739A82}">
      <dgm:prSet/>
      <dgm:spPr/>
      <dgm:t>
        <a:bodyPr/>
        <a:lstStyle/>
        <a:p>
          <a:endParaRPr lang="en-US"/>
        </a:p>
      </dgm:t>
    </dgm:pt>
    <dgm:pt modelId="{3489B898-4B2E-4916-896D-2164159F3EAE}" type="sibTrans" cxnId="{371AB347-5BF7-4DE8-8345-460CB0739A82}">
      <dgm:prSet/>
      <dgm:spPr/>
      <dgm:t>
        <a:bodyPr/>
        <a:lstStyle/>
        <a:p>
          <a:endParaRPr lang="en-US"/>
        </a:p>
      </dgm:t>
    </dgm:pt>
    <dgm:pt modelId="{DB324364-08A0-41A9-BD04-392A3A38C584}">
      <dgm:prSet phldrT="[Text]"/>
      <dgm:spPr/>
      <dgm:t>
        <a:bodyPr/>
        <a:lstStyle/>
        <a:p>
          <a:r>
            <a:rPr lang="en-US" dirty="0"/>
            <a:t>Is</a:t>
          </a:r>
        </a:p>
      </dgm:t>
    </dgm:pt>
    <dgm:pt modelId="{FC7FB980-1C4D-4F04-BFC6-A0B34B3C86F2}" type="parTrans" cxnId="{8AD00765-6D61-4672-B609-5FDAB6629DE8}">
      <dgm:prSet/>
      <dgm:spPr/>
      <dgm:t>
        <a:bodyPr/>
        <a:lstStyle/>
        <a:p>
          <a:endParaRPr lang="en-US"/>
        </a:p>
      </dgm:t>
    </dgm:pt>
    <dgm:pt modelId="{7747364D-304B-4849-BB22-7FAB26A44555}" type="sibTrans" cxnId="{8AD00765-6D61-4672-B609-5FDAB6629DE8}">
      <dgm:prSet/>
      <dgm:spPr/>
      <dgm:t>
        <a:bodyPr/>
        <a:lstStyle/>
        <a:p>
          <a:endParaRPr lang="en-US"/>
        </a:p>
      </dgm:t>
    </dgm:pt>
    <dgm:pt modelId="{1CC7CCC1-5994-4190-AF19-1038884C29A9}">
      <dgm:prSet phldrT="[Text]"/>
      <dgm:spPr/>
      <dgm:t>
        <a:bodyPr/>
        <a:lstStyle/>
        <a:p>
          <a:r>
            <a:rPr lang="en-US" dirty="0"/>
            <a:t>A</a:t>
          </a:r>
        </a:p>
      </dgm:t>
    </dgm:pt>
    <dgm:pt modelId="{8986EA22-8308-4098-AF4E-CC1F763D043C}" type="parTrans" cxnId="{86BA512B-13D4-42A2-A539-A2B1A7EF5D27}">
      <dgm:prSet/>
      <dgm:spPr/>
      <dgm:t>
        <a:bodyPr/>
        <a:lstStyle/>
        <a:p>
          <a:endParaRPr lang="en-US"/>
        </a:p>
      </dgm:t>
    </dgm:pt>
    <dgm:pt modelId="{F324E97A-BFC8-4D5F-B4E6-A14DA794738A}" type="sibTrans" cxnId="{86BA512B-13D4-42A2-A539-A2B1A7EF5D27}">
      <dgm:prSet/>
      <dgm:spPr/>
      <dgm:t>
        <a:bodyPr/>
        <a:lstStyle/>
        <a:p>
          <a:endParaRPr lang="en-US"/>
        </a:p>
      </dgm:t>
    </dgm:pt>
    <dgm:pt modelId="{B216EB12-0E24-4607-8FAE-31ADFC51392F}">
      <dgm:prSet phldrT="[Text]"/>
      <dgm:spPr/>
      <dgm:t>
        <a:bodyPr/>
        <a:lstStyle/>
        <a:p>
          <a:r>
            <a:rPr lang="en-US" dirty="0"/>
            <a:t>Test</a:t>
          </a:r>
        </a:p>
      </dgm:t>
    </dgm:pt>
    <dgm:pt modelId="{69881D20-7EF5-4932-A80C-0EB6159F5D06}" type="parTrans" cxnId="{8989091C-56B0-4B90-B498-3994E867D8C9}">
      <dgm:prSet/>
      <dgm:spPr/>
      <dgm:t>
        <a:bodyPr/>
        <a:lstStyle/>
        <a:p>
          <a:endParaRPr lang="en-US"/>
        </a:p>
      </dgm:t>
    </dgm:pt>
    <dgm:pt modelId="{4C4591EE-8F57-4583-A2A0-A1860EBF3B8C}" type="sibTrans" cxnId="{8989091C-56B0-4B90-B498-3994E867D8C9}">
      <dgm:prSet/>
      <dgm:spPr/>
      <dgm:t>
        <a:bodyPr/>
        <a:lstStyle/>
        <a:p>
          <a:endParaRPr lang="en-US"/>
        </a:p>
      </dgm:t>
    </dgm:pt>
    <dgm:pt modelId="{2DE91EEE-5D27-4847-81E4-568593072507}">
      <dgm:prSet phldrT="[Text]"/>
      <dgm:spPr/>
      <dgm:t>
        <a:bodyPr/>
        <a:lstStyle/>
        <a:p>
          <a:r>
            <a:rPr lang="en-US" dirty="0"/>
            <a:t>Presentation</a:t>
          </a:r>
        </a:p>
      </dgm:t>
    </dgm:pt>
    <dgm:pt modelId="{EFFD2340-841D-4874-A1B3-9236E014E29B}" type="parTrans" cxnId="{E623EA85-E119-4F3A-87DB-F333DA08202E}">
      <dgm:prSet/>
      <dgm:spPr/>
      <dgm:t>
        <a:bodyPr/>
        <a:lstStyle/>
        <a:p>
          <a:endParaRPr lang="en-US"/>
        </a:p>
      </dgm:t>
    </dgm:pt>
    <dgm:pt modelId="{D51823A9-3316-4C0D-AADC-B5642DC8D505}" type="sibTrans" cxnId="{E623EA85-E119-4F3A-87DB-F333DA08202E}">
      <dgm:prSet/>
      <dgm:spPr/>
      <dgm:t>
        <a:bodyPr/>
        <a:lstStyle/>
        <a:p>
          <a:endParaRPr lang="en-US"/>
        </a:p>
      </dgm:t>
    </dgm:pt>
    <dgm:pt modelId="{F1CE3F58-790C-4705-83BE-C788B377C622}" type="pres">
      <dgm:prSet presAssocID="{F9A5AC7B-E5DE-46F7-BB55-C4CD11768337}" presName="diagram" presStyleCnt="0">
        <dgm:presLayoutVars>
          <dgm:dir/>
          <dgm:resizeHandles val="exact"/>
        </dgm:presLayoutVars>
      </dgm:prSet>
      <dgm:spPr/>
    </dgm:pt>
    <dgm:pt modelId="{300C3FB1-9680-4AE5-9149-F158F98C64C3}" type="pres">
      <dgm:prSet presAssocID="{7010AC27-32BA-40D8-9B83-0820F06DF63C}" presName="node" presStyleLbl="node1" presStyleIdx="0" presStyleCnt="5">
        <dgm:presLayoutVars>
          <dgm:bulletEnabled val="1"/>
        </dgm:presLayoutVars>
      </dgm:prSet>
      <dgm:spPr/>
    </dgm:pt>
    <dgm:pt modelId="{9D08E466-CE16-44D1-99AF-67C039956937}" type="pres">
      <dgm:prSet presAssocID="{3489B898-4B2E-4916-896D-2164159F3EAE}" presName="sibTrans" presStyleCnt="0"/>
      <dgm:spPr/>
    </dgm:pt>
    <dgm:pt modelId="{E3944E6F-0230-48AF-9DA5-31DCA60335D7}" type="pres">
      <dgm:prSet presAssocID="{DB324364-08A0-41A9-BD04-392A3A38C584}" presName="node" presStyleLbl="node1" presStyleIdx="1" presStyleCnt="5">
        <dgm:presLayoutVars>
          <dgm:bulletEnabled val="1"/>
        </dgm:presLayoutVars>
      </dgm:prSet>
      <dgm:spPr/>
    </dgm:pt>
    <dgm:pt modelId="{4221F4CC-C6C2-4400-8E8D-CFFC23DDF2A4}" type="pres">
      <dgm:prSet presAssocID="{7747364D-304B-4849-BB22-7FAB26A44555}" presName="sibTrans" presStyleCnt="0"/>
      <dgm:spPr/>
    </dgm:pt>
    <dgm:pt modelId="{4A7A597D-0382-4172-92D3-AB29F4A11301}" type="pres">
      <dgm:prSet presAssocID="{1CC7CCC1-5994-4190-AF19-1038884C29A9}" presName="node" presStyleLbl="node1" presStyleIdx="2" presStyleCnt="5">
        <dgm:presLayoutVars>
          <dgm:bulletEnabled val="1"/>
        </dgm:presLayoutVars>
      </dgm:prSet>
      <dgm:spPr/>
    </dgm:pt>
    <dgm:pt modelId="{4CD18D42-28F0-442E-B1E3-2B65BC8E6BEB}" type="pres">
      <dgm:prSet presAssocID="{F324E97A-BFC8-4D5F-B4E6-A14DA794738A}" presName="sibTrans" presStyleCnt="0"/>
      <dgm:spPr/>
    </dgm:pt>
    <dgm:pt modelId="{34278740-1DBD-4869-B4A8-CD0BB3C2C5C7}" type="pres">
      <dgm:prSet presAssocID="{B216EB12-0E24-4607-8FAE-31ADFC51392F}" presName="node" presStyleLbl="node1" presStyleIdx="3" presStyleCnt="5">
        <dgm:presLayoutVars>
          <dgm:bulletEnabled val="1"/>
        </dgm:presLayoutVars>
      </dgm:prSet>
      <dgm:spPr/>
    </dgm:pt>
    <dgm:pt modelId="{4F7F368F-7584-4A0C-B9FF-B1A375714D8B}" type="pres">
      <dgm:prSet presAssocID="{4C4591EE-8F57-4583-A2A0-A1860EBF3B8C}" presName="sibTrans" presStyleCnt="0"/>
      <dgm:spPr/>
    </dgm:pt>
    <dgm:pt modelId="{93050BCD-7602-4E6F-A9D0-921A50958119}" type="pres">
      <dgm:prSet presAssocID="{2DE91EEE-5D27-4847-81E4-568593072507}" presName="node" presStyleLbl="node1" presStyleIdx="4" presStyleCnt="5">
        <dgm:presLayoutVars>
          <dgm:bulletEnabled val="1"/>
        </dgm:presLayoutVars>
      </dgm:prSet>
      <dgm:spPr/>
    </dgm:pt>
  </dgm:ptLst>
  <dgm:cxnLst>
    <dgm:cxn modelId="{49682B07-0BE4-455A-B003-60036FD4F7C5}" type="presOf" srcId="{1CC7CCC1-5994-4190-AF19-1038884C29A9}" destId="{4A7A597D-0382-4172-92D3-AB29F4A11301}" srcOrd="0" destOrd="0" presId="urn:microsoft.com/office/officeart/2005/8/layout/default"/>
    <dgm:cxn modelId="{5EA46309-9731-4237-BBDB-47FCA1145ECD}" type="presOf" srcId="{2DE91EEE-5D27-4847-81E4-568593072507}" destId="{93050BCD-7602-4E6F-A9D0-921A50958119}" srcOrd="0" destOrd="0" presId="urn:microsoft.com/office/officeart/2005/8/layout/default"/>
    <dgm:cxn modelId="{8989091C-56B0-4B90-B498-3994E867D8C9}" srcId="{F9A5AC7B-E5DE-46F7-BB55-C4CD11768337}" destId="{B216EB12-0E24-4607-8FAE-31ADFC51392F}" srcOrd="3" destOrd="0" parTransId="{69881D20-7EF5-4932-A80C-0EB6159F5D06}" sibTransId="{4C4591EE-8F57-4583-A2A0-A1860EBF3B8C}"/>
    <dgm:cxn modelId="{BBC70024-9C04-495A-A507-C17A638BAE0D}" type="presOf" srcId="{DB324364-08A0-41A9-BD04-392A3A38C584}" destId="{E3944E6F-0230-48AF-9DA5-31DCA60335D7}" srcOrd="0" destOrd="0" presId="urn:microsoft.com/office/officeart/2005/8/layout/default"/>
    <dgm:cxn modelId="{86BA512B-13D4-42A2-A539-A2B1A7EF5D27}" srcId="{F9A5AC7B-E5DE-46F7-BB55-C4CD11768337}" destId="{1CC7CCC1-5994-4190-AF19-1038884C29A9}" srcOrd="2" destOrd="0" parTransId="{8986EA22-8308-4098-AF4E-CC1F763D043C}" sibTransId="{F324E97A-BFC8-4D5F-B4E6-A14DA794738A}"/>
    <dgm:cxn modelId="{8AD00765-6D61-4672-B609-5FDAB6629DE8}" srcId="{F9A5AC7B-E5DE-46F7-BB55-C4CD11768337}" destId="{DB324364-08A0-41A9-BD04-392A3A38C584}" srcOrd="1" destOrd="0" parTransId="{FC7FB980-1C4D-4F04-BFC6-A0B34B3C86F2}" sibTransId="{7747364D-304B-4849-BB22-7FAB26A44555}"/>
    <dgm:cxn modelId="{371AB347-5BF7-4DE8-8345-460CB0739A82}" srcId="{F9A5AC7B-E5DE-46F7-BB55-C4CD11768337}" destId="{7010AC27-32BA-40D8-9B83-0820F06DF63C}" srcOrd="0" destOrd="0" parTransId="{12F0D73A-4BDB-432A-9EF0-E0E7F6A4A7D3}" sibTransId="{3489B898-4B2E-4916-896D-2164159F3EAE}"/>
    <dgm:cxn modelId="{E623EA85-E119-4F3A-87DB-F333DA08202E}" srcId="{F9A5AC7B-E5DE-46F7-BB55-C4CD11768337}" destId="{2DE91EEE-5D27-4847-81E4-568593072507}" srcOrd="4" destOrd="0" parTransId="{EFFD2340-841D-4874-A1B3-9236E014E29B}" sibTransId="{D51823A9-3316-4C0D-AADC-B5642DC8D505}"/>
    <dgm:cxn modelId="{4269178E-64E5-43B6-AA5A-0CE3E43E99E5}" type="presOf" srcId="{7010AC27-32BA-40D8-9B83-0820F06DF63C}" destId="{300C3FB1-9680-4AE5-9149-F158F98C64C3}" srcOrd="0" destOrd="0" presId="urn:microsoft.com/office/officeart/2005/8/layout/default"/>
    <dgm:cxn modelId="{FBF328B6-5C30-448F-A510-471A4BF15337}" type="presOf" srcId="{F9A5AC7B-E5DE-46F7-BB55-C4CD11768337}" destId="{F1CE3F58-790C-4705-83BE-C788B377C622}" srcOrd="0" destOrd="0" presId="urn:microsoft.com/office/officeart/2005/8/layout/default"/>
    <dgm:cxn modelId="{C329E2CC-4866-40A5-BE4C-10C1E8BA13F3}" type="presOf" srcId="{B216EB12-0E24-4607-8FAE-31ADFC51392F}" destId="{34278740-1DBD-4869-B4A8-CD0BB3C2C5C7}" srcOrd="0" destOrd="0" presId="urn:microsoft.com/office/officeart/2005/8/layout/default"/>
    <dgm:cxn modelId="{D7B010DF-876F-469D-88E4-23F29FDC0BA0}" type="presParOf" srcId="{F1CE3F58-790C-4705-83BE-C788B377C622}" destId="{300C3FB1-9680-4AE5-9149-F158F98C64C3}" srcOrd="0" destOrd="0" presId="urn:microsoft.com/office/officeart/2005/8/layout/default"/>
    <dgm:cxn modelId="{C2FBFD63-E142-4056-BC60-F783D7244B71}" type="presParOf" srcId="{F1CE3F58-790C-4705-83BE-C788B377C622}" destId="{9D08E466-CE16-44D1-99AF-67C039956937}" srcOrd="1" destOrd="0" presId="urn:microsoft.com/office/officeart/2005/8/layout/default"/>
    <dgm:cxn modelId="{F7DD1B95-CCE1-4D45-ACBF-258D27706411}" type="presParOf" srcId="{F1CE3F58-790C-4705-83BE-C788B377C622}" destId="{E3944E6F-0230-48AF-9DA5-31DCA60335D7}" srcOrd="2" destOrd="0" presId="urn:microsoft.com/office/officeart/2005/8/layout/default"/>
    <dgm:cxn modelId="{B998A600-77AF-4097-9B56-5FF8866E55AE}" type="presParOf" srcId="{F1CE3F58-790C-4705-83BE-C788B377C622}" destId="{4221F4CC-C6C2-4400-8E8D-CFFC23DDF2A4}" srcOrd="3" destOrd="0" presId="urn:microsoft.com/office/officeart/2005/8/layout/default"/>
    <dgm:cxn modelId="{79CA4C86-0A3A-40D1-A864-FB04556CB1F9}" type="presParOf" srcId="{F1CE3F58-790C-4705-83BE-C788B377C622}" destId="{4A7A597D-0382-4172-92D3-AB29F4A11301}" srcOrd="4" destOrd="0" presId="urn:microsoft.com/office/officeart/2005/8/layout/default"/>
    <dgm:cxn modelId="{1A544127-DF63-40A6-B75D-BAF172147154}" type="presParOf" srcId="{F1CE3F58-790C-4705-83BE-C788B377C622}" destId="{4CD18D42-28F0-442E-B1E3-2B65BC8E6BEB}" srcOrd="5" destOrd="0" presId="urn:microsoft.com/office/officeart/2005/8/layout/default"/>
    <dgm:cxn modelId="{A635D691-F8A0-458D-AD25-C34B0CACBD68}" type="presParOf" srcId="{F1CE3F58-790C-4705-83BE-C788B377C622}" destId="{34278740-1DBD-4869-B4A8-CD0BB3C2C5C7}" srcOrd="6" destOrd="0" presId="urn:microsoft.com/office/officeart/2005/8/layout/default"/>
    <dgm:cxn modelId="{A69C03A5-3720-4A6E-8416-04A450F3C61A}" type="presParOf" srcId="{F1CE3F58-790C-4705-83BE-C788B377C622}" destId="{4F7F368F-7584-4A0C-B9FF-B1A375714D8B}" srcOrd="7" destOrd="0" presId="urn:microsoft.com/office/officeart/2005/8/layout/default"/>
    <dgm:cxn modelId="{0B662BEA-E500-4A54-B794-6623867FE63B}" type="presParOf" srcId="{F1CE3F58-790C-4705-83BE-C788B377C622}" destId="{93050BCD-7602-4E6F-A9D0-921A5095811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0C3FB1-9680-4AE5-9149-F158F98C64C3}">
      <dsp:nvSpPr>
        <dsp:cNvPr id="0" name=""/>
        <dsp:cNvSpPr/>
      </dsp:nvSpPr>
      <dsp:spPr>
        <a:xfrm>
          <a:off x="1221978" y="2645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This</a:t>
          </a:r>
        </a:p>
      </dsp:txBody>
      <dsp:txXfrm>
        <a:off x="1221978" y="2645"/>
        <a:ext cx="2706687" cy="1624012"/>
      </dsp:txXfrm>
    </dsp:sp>
    <dsp:sp modelId="{E3944E6F-0230-48AF-9DA5-31DCA60335D7}">
      <dsp:nvSpPr>
        <dsp:cNvPr id="0" name=""/>
        <dsp:cNvSpPr/>
      </dsp:nvSpPr>
      <dsp:spPr>
        <a:xfrm>
          <a:off x="4199334" y="2645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Is</a:t>
          </a:r>
        </a:p>
      </dsp:txBody>
      <dsp:txXfrm>
        <a:off x="4199334" y="2645"/>
        <a:ext cx="2706687" cy="1624012"/>
      </dsp:txXfrm>
    </dsp:sp>
    <dsp:sp modelId="{4A7A597D-0382-4172-92D3-AB29F4A11301}">
      <dsp:nvSpPr>
        <dsp:cNvPr id="0" name=""/>
        <dsp:cNvSpPr/>
      </dsp:nvSpPr>
      <dsp:spPr>
        <a:xfrm>
          <a:off x="1221978" y="1897327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</a:t>
          </a:r>
        </a:p>
      </dsp:txBody>
      <dsp:txXfrm>
        <a:off x="1221978" y="1897327"/>
        <a:ext cx="2706687" cy="1624012"/>
      </dsp:txXfrm>
    </dsp:sp>
    <dsp:sp modelId="{34278740-1DBD-4869-B4A8-CD0BB3C2C5C7}">
      <dsp:nvSpPr>
        <dsp:cNvPr id="0" name=""/>
        <dsp:cNvSpPr/>
      </dsp:nvSpPr>
      <dsp:spPr>
        <a:xfrm>
          <a:off x="4199334" y="1897327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Test</a:t>
          </a:r>
        </a:p>
      </dsp:txBody>
      <dsp:txXfrm>
        <a:off x="4199334" y="1897327"/>
        <a:ext cx="2706687" cy="1624012"/>
      </dsp:txXfrm>
    </dsp:sp>
    <dsp:sp modelId="{93050BCD-7602-4E6F-A9D0-921A50958119}">
      <dsp:nvSpPr>
        <dsp:cNvPr id="0" name=""/>
        <dsp:cNvSpPr/>
      </dsp:nvSpPr>
      <dsp:spPr>
        <a:xfrm>
          <a:off x="2710656" y="3792008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Presentation</a:t>
          </a:r>
        </a:p>
      </dsp:txBody>
      <dsp:txXfrm>
        <a:off x="2710656" y="3792008"/>
        <a:ext cx="2706687" cy="16240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BA6AB-33D0-DA5B-B1BD-68C4267F81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3BE00-EE8B-FDD5-9E85-412B15BE2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7477B-044A-6A41-72F4-1C646490E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32CB-6DB0-4486-9735-88F2575F21B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6697F-2E10-4CD5-11F8-662CF4FFE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9E791-D029-B613-3F60-27EA1D6CB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3F9D-1973-4B47-904A-14BEDC937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97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682DD-3203-16F4-E0AE-EAECB33A9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5D51D-8029-C1A7-A495-D039AF869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FF881-BCAA-4C42-AAB1-7F5AC82B0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32CB-6DB0-4486-9735-88F2575F21B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A4A63-26FC-7874-8287-F0427DC43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96979-6BB2-00FE-A182-CE8162DE2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3F9D-1973-4B47-904A-14BEDC937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43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5EBF8-AA28-8DB8-FC03-C778D832E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D2826-D1FA-C848-EFF8-3591CF20B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F9047-8336-7771-2703-D511E521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32CB-6DB0-4486-9735-88F2575F21B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07BBB-F041-5B83-3221-60E9D36D3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B0EF9-DD47-776A-355B-ED9C0CE3F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3F9D-1973-4B47-904A-14BEDC937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20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CAAE8-166A-56B2-19A0-1542E5047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B36DB-8C63-2736-C3F8-2E87BFCCF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4A4D52-C825-0BA4-D677-F80E9EAFF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41177-7ABE-BDEB-D1F1-6E1A0AD01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32CB-6DB0-4486-9735-88F2575F21B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8164B-0259-6C7F-5826-A251EED0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C76CEC-C60A-35D2-A28D-A361A4DF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3F9D-1973-4B47-904A-14BEDC937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68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95DD-CFB9-32CA-6346-0C4F84C49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58A6A-624D-E55D-58D3-1CA406C69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E2239-6286-303E-DAE2-910CFD922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63491-FAF3-005B-7F7C-6378EFCDC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962A2A-0656-A25D-FE4A-ACAF091226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C667AE-B4CC-2A25-2279-E6133BA7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32CB-6DB0-4486-9735-88F2575F21B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388D9-FFC4-BC26-3AD3-E96ED32E6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7BCFEF-1E7A-5FD3-8F29-E11B74FCE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3F9D-1973-4B47-904A-14BEDC937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76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C617B-6CF6-373D-AD5B-0EEFD95E9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104104-4C95-561D-491A-806F92FD4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32CB-6DB0-4486-9735-88F2575F21B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78CA3-FA7B-ED64-EF17-8AD2087B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FE9F1-4CD3-9BA1-38F7-DB4E5A5A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3F9D-1973-4B47-904A-14BEDC937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45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BA187F-EAAC-2442-E5BE-51F8AADE6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32CB-6DB0-4486-9735-88F2575F21B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374E4-E59C-58C0-A9C0-C70F07A10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7E373-CFED-39ED-897D-8F97CCA5A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3F9D-1973-4B47-904A-14BEDC937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33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951BE-B544-197B-266D-517908663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4A724-7933-2599-FACF-DDA2BA64C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33362-26CE-1F16-EA69-EC5D5222E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C543F-06FF-2697-3AC0-F42C5785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32CB-6DB0-4486-9735-88F2575F21B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8E3F7-CA53-FC08-2BFF-F06C2524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47917E-2995-1B7D-4667-0FDBA07EC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3F9D-1973-4B47-904A-14BEDC937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76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A188-359B-73CF-E324-0C414C78F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4527F9-AD9E-E832-7A37-4757B45727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7D511-72CA-9DBE-3853-B375FF1B0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6772C-3200-7CBA-91C9-2166088DE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32CB-6DB0-4486-9735-88F2575F21B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33F50-0F2D-8F13-3914-C366B44B0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9B42C-588A-84F1-B5DA-8E9FB1EC7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3F9D-1973-4B47-904A-14BEDC937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84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D2778-D981-BFF3-9BCC-49BB43F6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15920-9F3B-1683-929C-1548A61F5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BAE2A-D41E-9849-6E91-6F22F4CA3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32CB-6DB0-4486-9735-88F2575F21B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898A9-37FA-E20D-B6F9-A87F97F90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C38C3-7BC8-EAD5-C7AB-B34C0F81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3F9D-1973-4B47-904A-14BEDC937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323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F2CEED-F315-741D-8789-233ECAF87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6098A-5285-A3D2-3DD5-A1F05E28F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CAECF-A0C8-C513-77BD-B12DD963F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32CB-6DB0-4486-9735-88F2575F21B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1C02C-1E82-645E-914A-E0F3FB5FC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83C82-6964-8C71-A789-DB175F0C0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3F9D-1973-4B47-904A-14BEDC937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11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3F7FF6-04BF-410B-DB5E-13CBB624A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C3285-71B9-AD94-1E33-01D94A5AB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78E4D-E41C-074E-BD84-7D782B39E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AD32CB-6DB0-4486-9735-88F2575F21B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F3B3C-082D-CE67-FED6-D84D09A9E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D2E98-CAF3-BB89-CD1B-356139561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43F9D-1973-4B47-904A-14BEDC937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35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E208-6BAF-DE10-961E-8890976B73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9B8D1-4E63-4362-A3CC-658581055D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E8E51EF-BB09-33B0-AFFC-4BA95F221C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785734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8867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Manning</dc:creator>
  <cp:lastModifiedBy>Matthew Manning</cp:lastModifiedBy>
  <cp:revision>1</cp:revision>
  <dcterms:created xsi:type="dcterms:W3CDTF">2025-05-09T21:28:57Z</dcterms:created>
  <dcterms:modified xsi:type="dcterms:W3CDTF">2025-05-09T21:29:43Z</dcterms:modified>
</cp:coreProperties>
</file>